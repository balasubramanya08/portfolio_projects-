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9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1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0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5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39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3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2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7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7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4077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70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502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88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86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9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11591" y="1485900"/>
            <a:ext cx="7568905" cy="1130766"/>
          </a:xfrm>
        </p:spPr>
        <p:txBody>
          <a:bodyPr/>
          <a:lstStyle/>
          <a:p>
            <a:r>
              <a:rPr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Adidas U</a:t>
            </a:r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Created by </a:t>
            </a:r>
            <a:r>
              <a:rPr lang="en-US" sz="2400" dirty="0"/>
              <a:t>Balasubramanya 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38B60A-55B9-462A-9211-F904E49F1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863" y="0"/>
            <a:ext cx="91868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10" y="0"/>
            <a:ext cx="6667501" cy="615950"/>
          </a:xfrm>
        </p:spPr>
        <p:txBody>
          <a:bodyPr>
            <a:noAutofit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Indicators (KPIs)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3EB0CBE-1BEF-487D-83AD-39196C57E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921" y="923727"/>
            <a:ext cx="7196142" cy="8135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fontAlgn="base">
              <a:lnSpc>
                <a:spcPct val="100000"/>
              </a:lnSpc>
              <a:tabLst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: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the overall revenue generated from Adidas product sales across the United States.</a:t>
            </a:r>
            <a:b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KPI reflects the company’s market reach, customer demand, and overall sales performance.</a:t>
            </a:r>
          </a:p>
          <a:p>
            <a:pPr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Units Sold :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the total number of products sold during the selected period. It helps measure sales volume, product demand, and consumer purchasing behavior.</a:t>
            </a:r>
          </a:p>
          <a:p>
            <a:pPr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Profit: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the profit earned after deducting operating expenses such as manufacturing, logistics, and marketing 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costs.This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metric highlights operational efficiency and cost management effectiveness.</a:t>
            </a:r>
          </a:p>
          <a:p>
            <a:pPr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Margin: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Expressed as a percentage, it measures operating profit relative to total 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sales.A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higher margin indicates stronger profitability and better operational performance.</a:t>
            </a:r>
          </a:p>
          <a:p>
            <a:pPr algn="just"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fontAlgn="base">
              <a:lnSpc>
                <a:spcPct val="100000"/>
              </a:lnSpc>
              <a:tabLst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85" y="101600"/>
            <a:ext cx="6347713" cy="673100"/>
          </a:xfrm>
        </p:spPr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84" y="801691"/>
            <a:ext cx="6665216" cy="191611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line chart shows total sales by month, highlighting growth patterns and seasonal fluctuations.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Mid-year dip Some months show a slight slowdown, suggesting seasonal or demand-related fluctuations.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generally increase toward the later months, indicating strong end-of-year performance.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9FDE4-F9A3-4502-B9CA-506E27AE0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7" y="2946401"/>
            <a:ext cx="6248401" cy="3644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272"/>
            <a:ext cx="6347713" cy="736600"/>
          </a:xfrm>
        </p:spPr>
        <p:txBody>
          <a:bodyPr>
            <a:normAutofit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804872"/>
            <a:ext cx="6347714" cy="2073269"/>
          </a:xfrm>
        </p:spPr>
        <p:txBody>
          <a:bodyPr>
            <a:normAutofit lnSpcReduction="10000"/>
          </a:bodyPr>
          <a:lstStyle/>
          <a:p>
            <a:pPr algn="just"/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 map visual illustrates state-wise sales distribution.</a:t>
            </a:r>
          </a:p>
          <a:p>
            <a:pPr algn="just"/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Darker shades represent higher sales, with key contributions from major states.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regions consistently outperform others, highlighting areas of strong market presence.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2D8AE-F752-4C26-B84C-085E8D762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86100"/>
            <a:ext cx="5143501" cy="33074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100"/>
            <a:ext cx="6347713" cy="762000"/>
          </a:xfrm>
        </p:spPr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by Retailer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98" y="800100"/>
            <a:ext cx="6997701" cy="2628900"/>
          </a:xfrm>
        </p:spPr>
        <p:txBody>
          <a:bodyPr>
            <a:noAutofit/>
          </a:bodyPr>
          <a:lstStyle/>
          <a:p>
            <a:pPr algn="just"/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pie chart compares profit contribution by retailer.</a:t>
            </a:r>
          </a:p>
          <a:p>
            <a:pPr algn="just"/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retailers such as West Gear, Foot Locker, and Sports Direct contribute significantly to overall profit.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 retailers together make up a notable portion of the profit, indicating that while major retailers dominate, the combined contribution of minor players is still important to overall profitability.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AEC5D-B323-45E2-B72D-365E1C7DC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633791"/>
            <a:ext cx="5168901" cy="29702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71450"/>
            <a:ext cx="6347713" cy="876300"/>
          </a:xfrm>
        </p:spPr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Units Sold by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047750"/>
            <a:ext cx="6347714" cy="1712114"/>
          </a:xfrm>
        </p:spPr>
        <p:txBody>
          <a:bodyPr>
            <a:noAutofit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charts display total units sold across product categories.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Men’s and Women’s apparel and streetwear show strong demand.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categories, like accessories or footwear, show moderate but growing sales potential.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2A208-28D8-410D-8637-2A7500587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68" y="3070040"/>
            <a:ext cx="6825831" cy="2975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543587"/>
            <a:ext cx="6347713" cy="596900"/>
          </a:xfrm>
        </p:spPr>
        <p:txBody>
          <a:bodyPr>
            <a:normAutofit fontScale="9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680" y="1582347"/>
            <a:ext cx="7023101" cy="4664591"/>
          </a:xfrm>
        </p:spPr>
        <p:txBody>
          <a:bodyPr>
            <a:normAutofit/>
          </a:bodyPr>
          <a:lstStyle/>
          <a:p>
            <a:pPr algn="just"/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varies by region, reflecting customer demand and market penetration.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High-performing regions contribute a major share of total revenue, highlighting strong market penetration.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Underperforming regions reveal untapped potential and opportunities for targeted growth initiatives.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insights enable better allocation of marketing budgets and promotional efforts.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and supply chain strategies can be optimized by focusing on regions with higher demand and growth potential</a:t>
            </a:r>
            <a:r>
              <a:rPr lang="en-US" dirty="0"/>
              <a:t>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52F809-8E08-491A-ADBF-D853314C5652}"/>
              </a:ext>
            </a:extLst>
          </p:cNvPr>
          <p:cNvSpPr txBox="1">
            <a:spLocks/>
          </p:cNvSpPr>
          <p:nvPr/>
        </p:nvSpPr>
        <p:spPr>
          <a:xfrm>
            <a:off x="336549" y="1725749"/>
            <a:ext cx="7023101" cy="1217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899" y="171966"/>
            <a:ext cx="6347713" cy="679966"/>
          </a:xfrm>
        </p:spPr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40" y="1032133"/>
            <a:ext cx="7037064" cy="4793734"/>
          </a:xfrm>
        </p:spPr>
        <p:txBody>
          <a:bodyPr>
            <a:normAutofit/>
          </a:bodyPr>
          <a:lstStyle/>
          <a:p>
            <a:pPr lvl="0" algn="just"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Product Categories: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Men’s and Women’s apparel consistently lead in units sold, indicating strong customer preference.</a:t>
            </a:r>
          </a:p>
          <a:p>
            <a:pPr algn="just"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Trends: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show noticeable peaks during specific months, highlighting opportunities for targeted promotions.</a:t>
            </a:r>
          </a:p>
          <a:p>
            <a:pPr algn="just"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Emerging Markets: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Certain regions or product categories show steady growth, suggesting areas for expansion.</a:t>
            </a:r>
          </a:p>
          <a:p>
            <a:pPr algn="just"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Efficiency: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Effective supply chain and inventory management support consistent sales performance</a:t>
            </a:r>
          </a:p>
          <a:p>
            <a:pPr algn="just" fontAlgn="base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Engagement: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Promotional campaigns and marketing efforts significantly boost monthly sales.</a:t>
            </a:r>
          </a:p>
          <a:p>
            <a:pPr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fontAlgn="base"/>
            <a:endParaRPr lang="en-US" altLang="en-US" sz="1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fontAlgn="base"/>
            <a:endParaRPr lang="en-US" altLang="en-US" sz="1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056" y="101600"/>
            <a:ext cx="6347713" cy="635000"/>
          </a:xfrm>
        </p:spPr>
        <p:txBody>
          <a:bodyPr>
            <a:noAutofit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98" y="1018713"/>
            <a:ext cx="6985001" cy="5102687"/>
          </a:xfrm>
        </p:spPr>
        <p:txBody>
          <a:bodyPr>
            <a:normAutofit/>
          </a:bodyPr>
          <a:lstStyle/>
          <a:p>
            <a:pPr algn="just"/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Adidas US Sales Dashboard enables data-driven decision-making.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Monitoring: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a clear view of sales trends across months, states, and product categories.</a:t>
            </a:r>
          </a:p>
          <a:p>
            <a:pPr algn="just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Opportunity Identification: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Highlights high-performing regions and emerging product categories for growth focus.</a:t>
            </a:r>
          </a:p>
          <a:p>
            <a:pPr algn="just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Opportunity Identification: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Highlights high-performing regions and emerging product categories for growth focus.</a:t>
            </a:r>
          </a:p>
          <a:p>
            <a:pPr algn="just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Optimization: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Helps allocate resources effectively to maximize revenue and profitability.</a:t>
            </a:r>
          </a:p>
          <a:p>
            <a:pPr algn="just"/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Insights: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Empowers stakeholders with actionable insights for improving overall business performance.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563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Adidas US Sales Dashboard</vt:lpstr>
      <vt:lpstr>PowerPoint Presentation</vt:lpstr>
      <vt:lpstr>Key Performance Indicators (KPIs)</vt:lpstr>
      <vt:lpstr>Monthly Sales Trend</vt:lpstr>
      <vt:lpstr>Sales by State</vt:lpstr>
      <vt:lpstr>Profit by Retailer</vt:lpstr>
      <vt:lpstr>Units Sold by Product Category</vt:lpstr>
      <vt:lpstr>Regional Performance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Adidas US Sales Dashboard</dc:title>
  <dc:subject/>
  <dc:creator>Balasubramanya</dc:creator>
  <cp:keywords/>
  <dc:description>generated using python-pptx</dc:description>
  <cp:lastModifiedBy>Balasubramanya</cp:lastModifiedBy>
  <cp:revision>19</cp:revision>
  <dcterms:created xsi:type="dcterms:W3CDTF">2013-01-27T09:14:16Z</dcterms:created>
  <dcterms:modified xsi:type="dcterms:W3CDTF">2026-01-01T10:48:40Z</dcterms:modified>
  <cp:category/>
</cp:coreProperties>
</file>